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7" r:id="rId10"/>
    <p:sldId id="263" r:id="rId11"/>
    <p:sldId id="264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16552" y="1719072"/>
            <a:ext cx="33558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3C6E"/>
                </a:solidFill>
                <a:latin typeface="Times New Roman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85416"/>
            <a:ext cx="12188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HOSPITAL APPOINTMENT BOOKING USING QUE</a:t>
            </a:r>
            <a:endParaRPr lang="en-US" sz="4800" b="1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7048" y="381304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/>
              </a:rPr>
              <a:t>CSA0315</a:t>
            </a:r>
            <a:r>
              <a:rPr sz="18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IN" sz="1800" b="1" dirty="0">
                <a:solidFill>
                  <a:srgbClr val="002060"/>
                </a:solidFill>
                <a:latin typeface="Times New Roman"/>
              </a:rPr>
              <a:t>–</a:t>
            </a:r>
            <a:r>
              <a:rPr sz="18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IN" b="1" dirty="0">
                <a:solidFill>
                  <a:srgbClr val="002060"/>
                </a:solidFill>
                <a:latin typeface="Times New Roman"/>
              </a:rPr>
              <a:t>DATA STRUCTURES</a:t>
            </a:r>
            <a:endParaRPr sz="1800" b="1" dirty="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111496"/>
            <a:ext cx="4114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2060"/>
                </a:solidFill>
                <a:latin typeface="Times New Roman"/>
              </a:rPr>
              <a:t>UNDER THE SUPERVISION OF:</a:t>
            </a:r>
          </a:p>
          <a:p>
            <a:r>
              <a:rPr lang="en-IN" dirty="0">
                <a:solidFill>
                  <a:srgbClr val="2B2B2B"/>
                </a:solidFill>
                <a:latin typeface="Times New Roman"/>
              </a:rPr>
              <a:t>RAJESH KUMAR</a:t>
            </a:r>
          </a:p>
          <a:p>
            <a:endParaRPr sz="14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5111496"/>
            <a:ext cx="5239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2060"/>
                </a:solidFill>
                <a:latin typeface="Times New Roman"/>
              </a:rPr>
              <a:t>PRESENTED BY:</a:t>
            </a:r>
          </a:p>
          <a:p>
            <a:r>
              <a:rPr lang="en-IN" sz="1400" dirty="0" err="1">
                <a:solidFill>
                  <a:srgbClr val="2B2B2B"/>
                </a:solidFill>
                <a:latin typeface="Times New Roman"/>
              </a:rPr>
              <a:t>Moniga</a:t>
            </a:r>
            <a:r>
              <a:rPr lang="en-IN" sz="1400" dirty="0">
                <a:solidFill>
                  <a:srgbClr val="2B2B2B"/>
                </a:solidFill>
                <a:latin typeface="Times New Roman"/>
              </a:rPr>
              <a:t> V (192521184)</a:t>
            </a:r>
          </a:p>
          <a:p>
            <a:r>
              <a:rPr lang="en-IN" sz="1400" dirty="0">
                <a:solidFill>
                  <a:srgbClr val="2B2B2B"/>
                </a:solidFill>
                <a:latin typeface="Times New Roman"/>
              </a:rPr>
              <a:t>Dhivyabharathi (192521233)</a:t>
            </a:r>
          </a:p>
          <a:p>
            <a:r>
              <a:rPr lang="en-IN" sz="1400" dirty="0" err="1">
                <a:solidFill>
                  <a:srgbClr val="2B2B2B"/>
                </a:solidFill>
                <a:latin typeface="Times New Roman"/>
              </a:rPr>
              <a:t>Sugiritha</a:t>
            </a:r>
            <a:r>
              <a:rPr lang="en-IN" sz="1400" dirty="0">
                <a:solidFill>
                  <a:srgbClr val="2B2B2B"/>
                </a:solidFill>
                <a:latin typeface="Times New Roman"/>
              </a:rPr>
              <a:t> M (192471020)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613965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 dirty="0">
                <a:solidFill>
                  <a:srgbClr val="1A3C6E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130" y="2354335"/>
            <a:ext cx="10987548" cy="404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sz="2400" dirty="0">
                <a:solidFill>
                  <a:srgbClr val="2B2B2B"/>
                </a:solidFill>
                <a:latin typeface="Times New Roman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Hospital Appointment Booking System is designed to manage patient appointments in an organized and efficient manner using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data 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patients to register their details, book appointments, and enter a waiting queue based on their order of arrival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assigned to available doctors systematically, ensuring that patients are served according to their position in the queue.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work, minimizes appointment confusion, and improves the overall flow of patients within the hospital.</a:t>
            </a:r>
            <a:endParaRPr lang="en-US" sz="20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(First In, First Out)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 can be applied to a real-world healthcare management problem.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US" sz="2400" dirty="0">
              <a:solidFill>
                <a:srgbClr val="2B2B2B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>
                <a:solidFill>
                  <a:srgbClr val="1A3C6E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290" y="2194560"/>
            <a:ext cx="1131304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500"/>
              </a:spcAft>
              <a:buSzPct val="116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 large number of patients manually can result in long waiting times, scheduling conflicts, and difficulty maintaining appointment order.</a:t>
            </a:r>
          </a:p>
          <a:p>
            <a:pPr>
              <a:spcBef>
                <a:spcPts val="200"/>
              </a:spcBef>
              <a:spcAft>
                <a:spcPts val="500"/>
              </a:spcAft>
              <a:buSzPct val="1160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staff may find it difficult to monitor waiting patients and available doctors simultaneously.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may experience confusion when appointments are not handled according to their arrival order.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appointment records make it difficult to track completed and pending appointments.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queue-based system is required to provide systematic, fair, and efficient patient scheduling</a:t>
            </a:r>
            <a:r>
              <a:rPr lang="en-US"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>
                <a:solidFill>
                  <a:srgbClr val="1A3C6E"/>
                </a:solidFill>
                <a:latin typeface="Times New Roman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2194560"/>
            <a:ext cx="11484864" cy="463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sz="1500" dirty="0">
                <a:solidFill>
                  <a:srgbClr val="2B2B2B"/>
                </a:solidFill>
                <a:latin typeface="Times New Roman"/>
              </a:rPr>
              <a:t>•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efficient system for registering patients and managing appointment information.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FIFO Queue principle for scheduling patients according to their arrival order. </a:t>
            </a:r>
            <a:endParaRPr sz="24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organized mechanism for assigning waiting patients to available doctors.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appointment statuses such as Waiting, Assigned, Completed, and Cancelled </a:t>
            </a: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useful appointment information and basic statistics for hospital management.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400" dirty="0">
              <a:solidFill>
                <a:srgbClr val="2B2B2B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99D76-3B7D-7AD5-E112-446F819D5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401934"/>
            <a:ext cx="10287000" cy="60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604242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 u="sng" dirty="0">
                <a:solidFill>
                  <a:srgbClr val="1A3C6E"/>
                </a:solidFill>
                <a:latin typeface="Times New Roman"/>
              </a:rPr>
              <a:t>MODULE 1 – </a:t>
            </a:r>
            <a:r>
              <a:rPr lang="en-IN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 AND APPOINTMENT BOOKING</a:t>
            </a:r>
            <a:endParaRPr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8150" y="1963663"/>
            <a:ext cx="7197969" cy="4691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dirty="0">
                <a:solidFill>
                  <a:srgbClr val="2B2B2B"/>
                </a:solidFill>
                <a:latin typeface="Times New Roman"/>
              </a:rPr>
              <a:t> </a:t>
            </a:r>
            <a:endParaRPr lang="en-IN" sz="2000" dirty="0"/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The module collects essential patient information such as </a:t>
            </a:r>
            <a:r>
              <a:rPr lang="en-IN" sz="2000" b="1" dirty="0"/>
              <a:t>Patient ID, Name, Age, Gender, Contact Number, and Appointment Details</a:t>
            </a:r>
            <a:r>
              <a:rPr sz="2000" dirty="0">
                <a:solidFill>
                  <a:srgbClr val="2B2B2B"/>
                </a:solidFill>
                <a:latin typeface="Times New Roman"/>
              </a:rPr>
              <a:t>.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Patients can select an available doctor or department according to their healthcare requirements</a:t>
            </a:r>
            <a:r>
              <a:rPr sz="2000" dirty="0">
                <a:solidFill>
                  <a:srgbClr val="2B2B2B"/>
                </a:solidFill>
                <a:latin typeface="Times New Roman"/>
              </a:rPr>
              <a:t>.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After booking, the system generates a unique </a:t>
            </a:r>
            <a:r>
              <a:rPr lang="en-IN" sz="2000" b="1" dirty="0"/>
              <a:t>appointment or queue number</a:t>
            </a:r>
            <a:r>
              <a:rPr lang="en-IN" sz="2000" dirty="0"/>
              <a:t> for the patient 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The registered patient is added to the waiting queue in the appropriate order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This module provides the basic patient and appointment information required for further processing.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0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78C1D-8DBF-9E4E-DE00-A0F0CC76ADE3}"/>
              </a:ext>
            </a:extLst>
          </p:cNvPr>
          <p:cNvSpPr txBox="1"/>
          <p:nvPr/>
        </p:nvSpPr>
        <p:spPr>
          <a:xfrm>
            <a:off x="7972362" y="2490020"/>
            <a:ext cx="32657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FUNCTIONS : </a:t>
            </a:r>
          </a:p>
          <a:p>
            <a:endParaRPr lang="en-IN" dirty="0"/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Patient Registration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Patient Information Entry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Doctor Selection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Appointment Booking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Queue Number Generation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-&gt;Appointment Confirmation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822" y="1453699"/>
            <a:ext cx="11704320" cy="640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2400" b="1" u="sng" dirty="0">
                <a:solidFill>
                  <a:srgbClr val="1A3C6E"/>
                </a:solidFill>
                <a:latin typeface="Times New Roman"/>
              </a:rPr>
              <a:t>MODULE 2 – </a:t>
            </a:r>
            <a:r>
              <a:rPr lang="en-IN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QUEUE-BASED PATIENT SCHEDULING AND DOCTOR ASSIGNMENT</a:t>
            </a:r>
            <a:endParaRPr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506" y="2093779"/>
            <a:ext cx="7152241" cy="478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400" dirty="0">
                <a:solidFill>
                  <a:srgbClr val="2B2B2B"/>
                </a:solidFill>
                <a:latin typeface="Times New Roman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patients using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(First In, First Out)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temperature, pressure, current, and vibration.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patients are added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of the 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Enqueue operation.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doctor becomes available, the patient at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of the 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patient is assigned to the available doctor and their appointment status is updated.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assignment, the patient is removed from the queue so that the next waiting patient can be processed.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temperature, pressure, current, and vibration.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4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3F6D1-0A47-F974-3AA9-F4067440F57E}"/>
              </a:ext>
            </a:extLst>
          </p:cNvPr>
          <p:cNvSpPr txBox="1"/>
          <p:nvPr/>
        </p:nvSpPr>
        <p:spPr>
          <a:xfrm>
            <a:off x="8470760" y="2371411"/>
            <a:ext cx="309489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Add Patient to Queue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View Waiting Patients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Check Doctor Availability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Assign Patient to Doctor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Remove Patient from Queue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-&gt;Update Appointment Status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464" y="1608291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 u="sng" dirty="0">
                <a:solidFill>
                  <a:srgbClr val="1A3C6E"/>
                </a:solidFill>
                <a:latin typeface="Times New Roman"/>
              </a:rPr>
              <a:t>MODULE 3 – </a:t>
            </a:r>
            <a:r>
              <a:rPr lang="en-IN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APPOINTMENT COMPLETION, REPORTING AND STATISTICS</a:t>
            </a:r>
            <a:endParaRPr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849" y="2388937"/>
            <a:ext cx="7028931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consultation, the patient's appointment status is updated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appointment records for future reference and reporting. </a:t>
            </a:r>
            <a:endParaRPr sz="20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staff can monitor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waiting, assigned, completed, and cancelled appointments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generate daily appointment summaries and doctor-wise appointment information. </a:t>
            </a:r>
            <a:endParaRPr sz="20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statistics can help identify patient flow and doctor workload.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dashboard with KPI cards and equipment overview.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4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1CDCD-7848-3FF9-EBDF-32FFC26F1602}"/>
              </a:ext>
            </a:extLst>
          </p:cNvPr>
          <p:cNvSpPr txBox="1"/>
          <p:nvPr/>
        </p:nvSpPr>
        <p:spPr>
          <a:xfrm>
            <a:off x="8309987" y="2870692"/>
            <a:ext cx="33470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/>
              <a:t>-&gt; Complete Appointment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Update Patient Status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Maintain Appointment History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Generate Reports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Calculate Statistics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Display Daily Summary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02979-5647-5A2C-E36A-35DBC6351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04" y="350482"/>
            <a:ext cx="4998968" cy="3005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AAA2A-26CE-CC2D-5010-44C909CAE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17" y="211016"/>
            <a:ext cx="4315810" cy="3145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A03169-4D33-0740-3E51-2C7F6D4D9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40" y="3563351"/>
            <a:ext cx="4682532" cy="2871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A64C1D-BD8A-FF0B-8118-864F53941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417" y="3356148"/>
            <a:ext cx="4232803" cy="307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54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252" y="1606591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 dirty="0">
                <a:solidFill>
                  <a:srgbClr val="1A3C6E"/>
                </a:solidFill>
                <a:latin typeface="Times New Roman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482" y="2395424"/>
            <a:ext cx="10160262" cy="421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sz="2000" dirty="0">
                <a:solidFill>
                  <a:srgbClr val="2B2B2B"/>
                </a:solidFill>
                <a:latin typeface="Times New Roman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appointment booking can be added.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doctors and departments can be handled using separate queues.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can be introduced for emergency patients.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queue status can show the patient's position and estimated waiting time.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history can be stored and accessed.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SMS/notification system can inform patients about their appointment.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and statistics can be improved using graphs and charts.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later be connected to a hospital management system.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45714" y="1472214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 dirty="0">
                <a:solidFill>
                  <a:srgbClr val="1A3C6E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344" y="2022551"/>
            <a:ext cx="11312013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sz="2400" dirty="0">
                <a:solidFill>
                  <a:srgbClr val="2B2B2B"/>
                </a:solidFill>
                <a:latin typeface="Times New Roman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efficient method for hospital appointment management.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the Queue data structure based on the FIFO principle.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served fairly in their order of arrival.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and Dequeue operations manage patient appointments effectively.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can be assigned systematically based on queue order and availability.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reduce waiting confusion and improve patient flow.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completion and basic reports and statistics can be maintained.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real-world application of Queue data structures.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provides a simple, organized, and reliable appointment scheduling solution.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4417" y="2743200"/>
            <a:ext cx="39401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dirty="0">
                <a:solidFill>
                  <a:srgbClr val="1A3C6E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889</Words>
  <Application>Microsoft Office PowerPoint</Application>
  <PresentationFormat>Custom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Dhivyabharathi V</dc:creator>
  <cp:keywords/>
  <dc:description>generated using python-pptx</dc:description>
  <cp:lastModifiedBy>Dhivyabharathi V</cp:lastModifiedBy>
  <cp:revision>5</cp:revision>
  <dcterms:created xsi:type="dcterms:W3CDTF">2013-01-27T09:14:16Z</dcterms:created>
  <dcterms:modified xsi:type="dcterms:W3CDTF">2026-08-25T02:12:30Z</dcterms:modified>
  <cp:category/>
</cp:coreProperties>
</file>